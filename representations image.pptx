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934" y="6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ED826-486D-C41C-C963-03E570BBF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193470-11ED-0BDB-81D8-1A7431169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F3D602-218C-E388-05F9-0CEB1FDC4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04A4E-7644-8566-EF04-AEC3797A8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32A843-358F-110B-0D5C-65233D772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506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7A894-4DC4-EBF5-4F0E-9456B88EA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5E00A-DFDD-FC61-4133-B6E354965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529FC-1B0A-2B08-7ADC-EAD8D9D0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D40BA-DBB3-35F0-940A-81179A274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793EC-59AB-0F51-AB02-E8CFB9013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4603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C8201-E7CE-C567-37F4-FA8903D98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0DA1C-D9AD-D712-F2DF-C7E93BF87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CBCC8-4591-1950-FB83-E4CDCCE60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4F1B9-9BE6-0889-5A9D-569088E06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110A7-8A8B-9AC0-ACC7-9087CADD8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972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EA214-A9FF-5B80-F119-DF68EE551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7DDE3-CBBC-8FF6-046B-03D184DE2B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E0166F-E146-4E59-AA9E-39B97C3F8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5DED94-6175-A0DD-9AE9-338192FC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839CD3-6AB3-034C-9585-7B619CA31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16609C-8A69-4EAD-44C1-78A04DE8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5280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F2433-44EA-5B13-2315-3457F0D2C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9A231-2458-CC00-9006-3B63893F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AD0029-9D74-2F75-E9E5-258E3E7D0D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AC857-486A-0DF0-753B-A6C8E6192C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46C41D-CB45-A8FC-0E31-A3AE2F8693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4A9AAC-B3FD-03F4-758A-843867528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AB1627-9784-7504-9B1C-9483B74A4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ADA99A-AEA6-2066-5121-0F4DD7D5C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9217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130DC-C5BD-7373-1527-1D9239202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2FBC73-F17B-531F-4A70-E5AC85EAA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13398B-25BB-3761-37C7-025CCF3D6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D993C2-CF45-B0F1-626F-249166538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093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D590A0-4044-5390-3636-0EF116943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E719A-D2F4-A5B6-6479-424218A9D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61787-458A-B825-EFD4-5226CD359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1072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D1AFE-E067-8A1B-0605-FFC090BAB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158DA-8B8E-A51D-18FE-D30F9CF40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97687-8DB4-C5C5-1720-FA0FE770F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69EB4-2A60-132D-AECF-C2A11364C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EB13CF-3BBB-5EEC-B9FD-5C13F538C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15F9AD-5265-68CE-36E4-CA50B2885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89157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475DF-DA13-8242-4CFD-B843538DF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235B65-F76A-01D1-45C8-37B4AB81A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75BC3-836D-F839-E918-B376AB9041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DAF21-3640-BF6C-9BA4-2D03EA0D9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E93EC-C4D0-0941-8BC6-CB06578E8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9F4D7D-3330-EDEE-9080-4435182F7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4660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B02CA-A017-6041-F6BE-EED6692DA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7A1F42-5702-B060-9F9D-03C608FE5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F81F7-6E7D-20C3-1E21-5CD9A7767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66041-E479-3F59-94D8-4CB1FDD94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4ADAC-09F0-426A-E06F-70D1FCEAC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3472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56A3F5-6F1B-403A-015F-4C0BA39FD1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563FDC-82CE-C40C-0837-BF6EC3D0F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05C9B-DAED-366B-ADE4-4185564C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2AEB3-99B6-C1DD-4F36-C4E67C52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1A869-AB1C-14A1-6788-FBBA03F52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1101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8780E2-8354-1E7B-B13E-5CF8BB912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18508-3AC5-8E41-260C-AE0B61E041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FEC34-D95C-4584-AAA6-1963895488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0662DF-287D-431E-B338-DA766D8B3B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82680-06E6-7607-A141-B7FC1B9F22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FED8E-6BE5-6AD1-BAC1-4628775130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190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6CAF991-378A-2A3C-D3BC-0A51F3BEEFD7}"/>
              </a:ext>
            </a:extLst>
          </p:cNvPr>
          <p:cNvSpPr txBox="1"/>
          <p:nvPr/>
        </p:nvSpPr>
        <p:spPr>
          <a:xfrm>
            <a:off x="0" y="394692"/>
            <a:ext cx="419100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A7845E-44F6-D136-C07F-C10BE17A5004}"/>
              </a:ext>
            </a:extLst>
          </p:cNvPr>
          <p:cNvSpPr txBox="1"/>
          <p:nvPr/>
        </p:nvSpPr>
        <p:spPr>
          <a:xfrm>
            <a:off x="712470" y="-18466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89ADDF-B53F-6B08-4EC7-8691ED45CA34}"/>
              </a:ext>
            </a:extLst>
          </p:cNvPr>
          <p:cNvSpPr txBox="1"/>
          <p:nvPr/>
        </p:nvSpPr>
        <p:spPr>
          <a:xfrm>
            <a:off x="4191000" y="394692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41E926-75FD-FDED-84A9-F4A49EFF99F7}"/>
              </a:ext>
            </a:extLst>
          </p:cNvPr>
          <p:cNvSpPr txBox="1"/>
          <p:nvPr/>
        </p:nvSpPr>
        <p:spPr>
          <a:xfrm>
            <a:off x="4299108" y="-323166"/>
            <a:ext cx="330803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74DBD-E245-D609-9FB4-0AE2B051F383}"/>
              </a:ext>
            </a:extLst>
          </p:cNvPr>
          <p:cNvSpPr txBox="1"/>
          <p:nvPr/>
        </p:nvSpPr>
        <p:spPr>
          <a:xfrm>
            <a:off x="7715250" y="394692"/>
            <a:ext cx="3199924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],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BE7064-3862-94D1-C1E7-744E0247448F}"/>
              </a:ext>
            </a:extLst>
          </p:cNvPr>
          <p:cNvSpPr txBox="1"/>
          <p:nvPr/>
        </p:nvSpPr>
        <p:spPr>
          <a:xfrm>
            <a:off x="7661195" y="-184666"/>
            <a:ext cx="330803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Occupancy grid maze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910171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04CA3E-3D11-81E1-82E7-BBCCC16B32F6}"/>
              </a:ext>
            </a:extLst>
          </p:cNvPr>
          <p:cNvSpPr txBox="1"/>
          <p:nvPr/>
        </p:nvSpPr>
        <p:spPr>
          <a:xfrm>
            <a:off x="152400" y="1951672"/>
            <a:ext cx="394716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&lt;|uprightleft_wall|&gt; &lt;|origin|&gt;</a:t>
            </a:r>
          </a:p>
          <a:p>
            <a:r>
              <a:rPr lang="nl-NL" dirty="0"/>
              <a:t>&lt;|0-1|&gt; &lt;|updownleft_wall|&gt; …</a:t>
            </a:r>
          </a:p>
          <a:p>
            <a:r>
              <a:rPr lang="nl-NL" dirty="0"/>
              <a:t>&lt;|2-2|&gt; &lt;|downright_wall|&gt; &lt;|target|&gt;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08E077-3AB3-88AB-4EC1-BD3A1B4328D0}"/>
              </a:ext>
            </a:extLst>
          </p:cNvPr>
          <p:cNvSpPr txBox="1"/>
          <p:nvPr/>
        </p:nvSpPr>
        <p:spPr>
          <a:xfrm>
            <a:off x="462915" y="1582340"/>
            <a:ext cx="332613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Line-walled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28D353-EEB7-861E-E880-76823FDC666D}"/>
              </a:ext>
            </a:extLst>
          </p:cNvPr>
          <p:cNvSpPr txBox="1"/>
          <p:nvPr/>
        </p:nvSpPr>
        <p:spPr>
          <a:xfrm>
            <a:off x="4099560" y="1951672"/>
            <a:ext cx="476440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&lt;|occupied_wall|&gt; … &lt;|1-1|&gt; &lt;|origin|&gt;</a:t>
            </a:r>
          </a:p>
          <a:p>
            <a:r>
              <a:rPr lang="nl-NL" dirty="0"/>
              <a:t> &lt;|1-2|&gt; &lt;|occupied_wall|&gt; &lt;|1-3|&gt; &lt;|blank|&gt; …</a:t>
            </a:r>
          </a:p>
          <a:p>
            <a:r>
              <a:rPr lang="nl-NL" dirty="0"/>
              <a:t> &lt;|5-5|&gt; &lt;|target|&gt; … &lt;|6-6|&gt; &lt;|occupied_wall|&gt;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4935D-82A3-676F-A797-5D8B15C74ECC}"/>
              </a:ext>
            </a:extLst>
          </p:cNvPr>
          <p:cNvSpPr txBox="1"/>
          <p:nvPr/>
        </p:nvSpPr>
        <p:spPr>
          <a:xfrm>
            <a:off x="4585328" y="158234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Occupancy grid maze</a:t>
            </a:r>
            <a:endParaRPr lang="nl-NL" b="1" dirty="0"/>
          </a:p>
        </p:txBody>
      </p:sp>
      <p:pic>
        <p:nvPicPr>
          <p:cNvPr id="11" name="Picture 10" descr="A group of black symbols&#10;&#10;AI-generated content may be incorrect.">
            <a:extLst>
              <a:ext uri="{FF2B5EF4-FFF2-40B4-BE49-F238E27FC236}">
                <a16:creationId xmlns:a16="http://schemas.microsoft.com/office/drawing/2014/main" id="{323108B6-45D6-34D6-FC32-EE506888F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26" y="3707321"/>
            <a:ext cx="1440305" cy="274343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6B90CC9-A91C-E23E-4F58-4620B24AE564}"/>
              </a:ext>
            </a:extLst>
          </p:cNvPr>
          <p:cNvSpPr txBox="1"/>
          <p:nvPr/>
        </p:nvSpPr>
        <p:spPr>
          <a:xfrm>
            <a:off x="180522" y="3337989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3CF97-37F4-11D0-C120-C5344793E455}"/>
              </a:ext>
            </a:extLst>
          </p:cNvPr>
          <p:cNvSpPr txBox="1"/>
          <p:nvPr/>
        </p:nvSpPr>
        <p:spPr>
          <a:xfrm>
            <a:off x="4099560" y="4354051"/>
            <a:ext cx="5495081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&lt;ADJLIST_START&gt; (1,1) &lt;–&gt; (2,1) ; … (5,4) &lt;–&gt; (5,5) &lt;ADJLIST_END&gt; &lt;ORIGIN_START&gt;(1,1)&lt;ORIGIN_END&gt; &lt;TARGET_START&gt;(5,5)&lt;TARGET_END&gt;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736F3D-1B75-0D04-CFDD-0B280AA6611F}"/>
              </a:ext>
            </a:extLst>
          </p:cNvPr>
          <p:cNvSpPr txBox="1"/>
          <p:nvPr/>
        </p:nvSpPr>
        <p:spPr>
          <a:xfrm>
            <a:off x="4585328" y="3982999"/>
            <a:ext cx="452354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text – Both maze styles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936103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22E61F-96A5-8546-A575-461D7894D6F0}"/>
              </a:ext>
            </a:extLst>
          </p:cNvPr>
          <p:cNvSpPr txBox="1"/>
          <p:nvPr/>
        </p:nvSpPr>
        <p:spPr>
          <a:xfrm>
            <a:off x="0" y="394692"/>
            <a:ext cx="419100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4A51FF-D930-7591-E126-ED6501A63FBE}"/>
              </a:ext>
            </a:extLst>
          </p:cNvPr>
          <p:cNvSpPr txBox="1"/>
          <p:nvPr/>
        </p:nvSpPr>
        <p:spPr>
          <a:xfrm>
            <a:off x="712470" y="-18466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23C014-387A-D1E3-6A1E-1BA8C143C567}"/>
              </a:ext>
            </a:extLst>
          </p:cNvPr>
          <p:cNvSpPr txBox="1"/>
          <p:nvPr/>
        </p:nvSpPr>
        <p:spPr>
          <a:xfrm>
            <a:off x="4620230" y="1951672"/>
            <a:ext cx="394716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&lt;|uprightleft_wall|&gt; &lt;|origin|&gt;</a:t>
            </a:r>
          </a:p>
          <a:p>
            <a:r>
              <a:rPr lang="nl-NL" dirty="0"/>
              <a:t>&lt;|0-1|&gt; &lt;|updownleft_wall|&gt; …</a:t>
            </a:r>
          </a:p>
          <a:p>
            <a:r>
              <a:rPr lang="nl-NL" dirty="0"/>
              <a:t>&lt;|2-2|&gt; &lt;|downright_wall|&gt; &lt;|target|&gt;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FDEAC7-4598-6AEB-D68C-E63710FD6370}"/>
              </a:ext>
            </a:extLst>
          </p:cNvPr>
          <p:cNvSpPr txBox="1"/>
          <p:nvPr/>
        </p:nvSpPr>
        <p:spPr>
          <a:xfrm>
            <a:off x="4930745" y="1582340"/>
            <a:ext cx="332613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Line-walled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F9F40A-9EA1-8900-72B4-D5E7F573F8E3}"/>
              </a:ext>
            </a:extLst>
          </p:cNvPr>
          <p:cNvSpPr txBox="1"/>
          <p:nvPr/>
        </p:nvSpPr>
        <p:spPr>
          <a:xfrm>
            <a:off x="6593810" y="474344"/>
            <a:ext cx="49771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Only line-walled</a:t>
            </a:r>
            <a:endParaRPr lang="nl-NL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073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76A84E-E08F-6BD5-B7BF-00D0545A1003}"/>
              </a:ext>
            </a:extLst>
          </p:cNvPr>
          <p:cNvSpPr txBox="1"/>
          <p:nvPr/>
        </p:nvSpPr>
        <p:spPr>
          <a:xfrm>
            <a:off x="6437644" y="1951672"/>
            <a:ext cx="476440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&lt;|occupied_wall|&gt; … &lt;|1-1|&gt; &lt;|origin|&gt;</a:t>
            </a:r>
          </a:p>
          <a:p>
            <a:r>
              <a:rPr lang="nl-NL" dirty="0"/>
              <a:t> &lt;|1-2|&gt; &lt;|occupied_wall|&gt; &lt;|1-3|&gt; &lt;|blank|&gt; …</a:t>
            </a:r>
          </a:p>
          <a:p>
            <a:r>
              <a:rPr lang="nl-NL" dirty="0"/>
              <a:t> &lt;|5-5|&gt; &lt;|target|&gt; … &lt;|6-6|&gt; &lt;|occupied_wall|&gt;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3CF28-F691-755D-1BC2-BB9D7350B701}"/>
              </a:ext>
            </a:extLst>
          </p:cNvPr>
          <p:cNvSpPr txBox="1"/>
          <p:nvPr/>
        </p:nvSpPr>
        <p:spPr>
          <a:xfrm>
            <a:off x="6923412" y="158234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Occupancy grid maze</a:t>
            </a:r>
            <a:endParaRPr lang="nl-NL" b="1" dirty="0"/>
          </a:p>
        </p:txBody>
      </p:sp>
      <p:pic>
        <p:nvPicPr>
          <p:cNvPr id="6" name="Picture 5" descr="A group of black symbols&#10;&#10;AI-generated content may be incorrect.">
            <a:extLst>
              <a:ext uri="{FF2B5EF4-FFF2-40B4-BE49-F238E27FC236}">
                <a16:creationId xmlns:a16="http://schemas.microsoft.com/office/drawing/2014/main" id="{68F13485-8518-4DFC-DA3F-D3A5DD275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961" y="3707321"/>
            <a:ext cx="1440305" cy="27434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A33A74-D81A-BAB8-DFAE-5CEDFD031CF7}"/>
              </a:ext>
            </a:extLst>
          </p:cNvPr>
          <p:cNvSpPr txBox="1"/>
          <p:nvPr/>
        </p:nvSpPr>
        <p:spPr>
          <a:xfrm>
            <a:off x="6384557" y="3337989"/>
            <a:ext cx="331503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32A273-EA2E-EEF4-CDA6-595D193C3975}"/>
              </a:ext>
            </a:extLst>
          </p:cNvPr>
          <p:cNvSpPr txBox="1"/>
          <p:nvPr/>
        </p:nvSpPr>
        <p:spPr>
          <a:xfrm>
            <a:off x="2721017" y="394692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3B246-65EE-3FC0-C2CA-ABB288BFA520}"/>
              </a:ext>
            </a:extLst>
          </p:cNvPr>
          <p:cNvSpPr txBox="1"/>
          <p:nvPr/>
        </p:nvSpPr>
        <p:spPr>
          <a:xfrm>
            <a:off x="2829125" y="-323166"/>
            <a:ext cx="330803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C58465-B984-AE43-A52F-1F067508EE66}"/>
              </a:ext>
            </a:extLst>
          </p:cNvPr>
          <p:cNvSpPr txBox="1"/>
          <p:nvPr/>
        </p:nvSpPr>
        <p:spPr>
          <a:xfrm>
            <a:off x="6593810" y="474344"/>
            <a:ext cx="49771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Only occupancy</a:t>
            </a:r>
            <a:endParaRPr lang="nl-NL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3294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23F534CB-4D94-4CA8-8A84-FF5CB322A6EC}"/>
              </a:ext>
            </a:extLst>
          </p:cNvPr>
          <p:cNvGrpSpPr/>
          <p:nvPr/>
        </p:nvGrpSpPr>
        <p:grpSpPr>
          <a:xfrm>
            <a:off x="-1" y="-11377"/>
            <a:ext cx="17024186" cy="7703641"/>
            <a:chOff x="-1" y="-11377"/>
            <a:chExt cx="17024186" cy="770364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48FBC-D300-C387-8CDD-5AABCE009042}"/>
                </a:ext>
              </a:extLst>
            </p:cNvPr>
            <p:cNvSpPr/>
            <p:nvPr/>
          </p:nvSpPr>
          <p:spPr>
            <a:xfrm>
              <a:off x="-1" y="-11377"/>
              <a:ext cx="17024185" cy="77036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F705B29-E339-4479-10C3-FE6B251A7D5E}"/>
                </a:ext>
              </a:extLst>
            </p:cNvPr>
            <p:cNvGrpSpPr/>
            <p:nvPr/>
          </p:nvGrpSpPr>
          <p:grpSpPr>
            <a:xfrm>
              <a:off x="0" y="25360"/>
              <a:ext cx="17024185" cy="7660369"/>
              <a:chOff x="0" y="25360"/>
              <a:chExt cx="17024185" cy="7660369"/>
            </a:xfrm>
            <a:solidFill>
              <a:schemeClr val="bg1"/>
            </a:solidFill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01DF2B6-C72D-1764-4798-1E16F4C3855C}"/>
                  </a:ext>
                </a:extLst>
              </p:cNvPr>
              <p:cNvSpPr txBox="1"/>
              <p:nvPr/>
            </p:nvSpPr>
            <p:spPr>
              <a:xfrm>
                <a:off x="0" y="394693"/>
                <a:ext cx="4082889" cy="7259598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"walls"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false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}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},</a:t>
                </a: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FADF89-D2D7-3DE6-061A-70251AE8D500}"/>
                  </a:ext>
                </a:extLst>
              </p:cNvPr>
              <p:cNvSpPr txBox="1"/>
              <p:nvPr/>
            </p:nvSpPr>
            <p:spPr>
              <a:xfrm>
                <a:off x="344048" y="27146"/>
                <a:ext cx="276606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JSON – Line-walled maze</a:t>
                </a:r>
                <a:endParaRPr lang="nl-NL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32B57B-F847-B796-835F-AE24ED0C9565}"/>
                  </a:ext>
                </a:extLst>
              </p:cNvPr>
              <p:cNvSpPr txBox="1"/>
              <p:nvPr/>
            </p:nvSpPr>
            <p:spPr>
              <a:xfrm>
                <a:off x="7282815" y="391424"/>
                <a:ext cx="3524250" cy="7294305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"node"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"neighbors"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},</a:t>
                </a:r>
                <a:endParaRPr lang="nl-NL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9BDF561-1C18-8130-E30B-B224496AEE59}"/>
                  </a:ext>
                </a:extLst>
              </p:cNvPr>
              <p:cNvSpPr txBox="1"/>
              <p:nvPr/>
            </p:nvSpPr>
            <p:spPr>
              <a:xfrm>
                <a:off x="7270182" y="25360"/>
                <a:ext cx="426339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Adjacency list JSON – Both maze styles</a:t>
                </a:r>
                <a:endParaRPr lang="nl-NL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CF41202-AC7B-E15F-5023-18801246C9EC}"/>
                  </a:ext>
                </a:extLst>
              </p:cNvPr>
              <p:cNvSpPr txBox="1"/>
              <p:nvPr/>
            </p:nvSpPr>
            <p:spPr>
              <a:xfrm>
                <a:off x="4082889" y="391424"/>
                <a:ext cx="3199926" cy="7294305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],</a:t>
                </a: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7B059DC-B042-926D-BC95-E6A2320D3EAD}"/>
                  </a:ext>
                </a:extLst>
              </p:cNvPr>
              <p:cNvSpPr txBox="1"/>
              <p:nvPr/>
            </p:nvSpPr>
            <p:spPr>
              <a:xfrm>
                <a:off x="4070257" y="25360"/>
                <a:ext cx="3199925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JSON – Occupancy grid maze</a:t>
                </a:r>
                <a:endParaRPr lang="nl-NL" b="1" dirty="0"/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F7C47BD-8A8A-676C-363D-57F78CD91A52}"/>
                  </a:ext>
                </a:extLst>
              </p:cNvPr>
              <p:cNvGrpSpPr/>
              <p:nvPr/>
            </p:nvGrpSpPr>
            <p:grpSpPr>
              <a:xfrm>
                <a:off x="12303064" y="1689074"/>
                <a:ext cx="3947160" cy="1292662"/>
                <a:chOff x="12386468" y="2787769"/>
                <a:chExt cx="3947160" cy="1292662"/>
              </a:xfrm>
              <a:grpFill/>
            </p:grpSpPr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D96FAEA-B382-631F-EA2A-97E25B5F8997}"/>
                    </a:ext>
                  </a:extLst>
                </p:cNvPr>
                <p:cNvSpPr txBox="1"/>
                <p:nvPr/>
              </p:nvSpPr>
              <p:spPr>
                <a:xfrm>
                  <a:off x="12386468" y="3157101"/>
                  <a:ext cx="3947160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&lt;|0-0|&gt; &lt;|uprightleft_wall|&gt; &lt;|origin|&gt;</a:t>
                  </a:r>
                </a:p>
                <a:p>
                  <a:r>
                    <a:rPr lang="nl-NL" dirty="0"/>
                    <a:t>&lt;|0-1|&gt; &lt;|updownleft_wall|&gt; …</a:t>
                  </a:r>
                </a:p>
                <a:p>
                  <a:r>
                    <a:rPr lang="nl-NL" dirty="0"/>
                    <a:t>&lt;|2-2|&gt; &lt;|downright_wall|&gt; &lt;|target|&gt;</a:t>
                  </a:r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0A94696-60C7-8BE7-F58A-A371BDDC8EF3}"/>
                    </a:ext>
                  </a:extLst>
                </p:cNvPr>
                <p:cNvSpPr txBox="1"/>
                <p:nvPr/>
              </p:nvSpPr>
              <p:spPr>
                <a:xfrm>
                  <a:off x="12696983" y="2787769"/>
                  <a:ext cx="3326130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Tokenized – Line-walled maze</a:t>
                  </a:r>
                  <a:endParaRPr lang="nl-NL" b="1" dirty="0"/>
                </a:p>
              </p:txBody>
            </p:sp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E87FF44C-8A24-94FA-5EC5-F074BBF3062A}"/>
                  </a:ext>
                </a:extLst>
              </p:cNvPr>
              <p:cNvGrpSpPr/>
              <p:nvPr/>
            </p:nvGrpSpPr>
            <p:grpSpPr>
              <a:xfrm>
                <a:off x="12014872" y="3351068"/>
                <a:ext cx="4764405" cy="1292662"/>
                <a:chOff x="9075420" y="10521818"/>
                <a:chExt cx="4764405" cy="1292662"/>
              </a:xfrm>
              <a:grpFill/>
            </p:grpSpPr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C484049-13EC-F0BE-F75D-C0B79CEE9B14}"/>
                    </a:ext>
                  </a:extLst>
                </p:cNvPr>
                <p:cNvSpPr txBox="1"/>
                <p:nvPr/>
              </p:nvSpPr>
              <p:spPr>
                <a:xfrm>
                  <a:off x="9075420" y="10891150"/>
                  <a:ext cx="4764405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&lt;|0-0|&gt; &lt;|occupied_wall|&gt; … &lt;|1-1|&gt; &lt;|origin|&gt;</a:t>
                  </a:r>
                </a:p>
                <a:p>
                  <a:r>
                    <a:rPr lang="nl-NL" dirty="0"/>
                    <a:t> &lt;|1-2|&gt; &lt;|occupied_wall|&gt; &lt;|1-3|&gt; &lt;|blank|&gt; …</a:t>
                  </a:r>
                </a:p>
                <a:p>
                  <a:r>
                    <a:rPr lang="nl-NL" dirty="0"/>
                    <a:t> &lt;|5-5|&gt; &lt;|target|&gt; … &lt;|6-6|&gt; &lt;|occupied_wall|&gt;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4F88F24-D553-6732-B40A-9005DF069946}"/>
                    </a:ext>
                  </a:extLst>
                </p:cNvPr>
                <p:cNvSpPr txBox="1"/>
                <p:nvPr/>
              </p:nvSpPr>
              <p:spPr>
                <a:xfrm>
                  <a:off x="9561188" y="10521818"/>
                  <a:ext cx="3792868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Tokenized – Occupancy grid maze</a:t>
                  </a:r>
                  <a:endParaRPr lang="nl-NL" b="1" dirty="0"/>
                </a:p>
              </p:txBody>
            </p:sp>
          </p:grpSp>
          <p:pic>
            <p:nvPicPr>
              <p:cNvPr id="14" name="Picture 13" descr="A group of black symbols&#10;&#10;AI-generated content may be incorrect.">
                <a:extLst>
                  <a:ext uri="{FF2B5EF4-FFF2-40B4-BE49-F238E27FC236}">
                    <a16:creationId xmlns:a16="http://schemas.microsoft.com/office/drawing/2014/main" id="{8A43B3BF-79EE-487B-560B-C9EA04AA88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3676922" y="5353592"/>
                <a:ext cx="1224372" cy="2332137"/>
              </a:xfrm>
              <a:prstGeom prst="rect">
                <a:avLst/>
              </a:prstGeom>
              <a:grpFill/>
            </p:spPr>
          </p:pic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C42B1D-1820-031D-D78A-DD2205CC7B28}"/>
                  </a:ext>
                </a:extLst>
              </p:cNvPr>
              <p:cNvSpPr txBox="1"/>
              <p:nvPr/>
            </p:nvSpPr>
            <p:spPr>
              <a:xfrm>
                <a:off x="12380210" y="4984260"/>
                <a:ext cx="3792868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ASCII – Occupancy grid maze</a:t>
                </a:r>
                <a:endParaRPr lang="nl-NL" b="1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C7516601-6AA6-B970-2773-720203D845A2}"/>
                  </a:ext>
                </a:extLst>
              </p:cNvPr>
              <p:cNvGrpSpPr/>
              <p:nvPr/>
            </p:nvGrpSpPr>
            <p:grpSpPr>
              <a:xfrm>
                <a:off x="11529104" y="25360"/>
                <a:ext cx="5495081" cy="1294382"/>
                <a:chOff x="11366940" y="28967"/>
                <a:chExt cx="5495081" cy="1294382"/>
              </a:xfrm>
              <a:grpFill/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E50F631-EC10-2B00-7C70-3FF47BBD193A}"/>
                    </a:ext>
                  </a:extLst>
                </p:cNvPr>
                <p:cNvSpPr txBox="1"/>
                <p:nvPr/>
              </p:nvSpPr>
              <p:spPr>
                <a:xfrm>
                  <a:off x="11366940" y="400019"/>
                  <a:ext cx="5495081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&lt;ADJLIST_START&gt; (1,1) &lt;–&gt; (2,1) ; … (5,4) &lt;–&gt; (5,5) &lt;ADJLIST_END&gt; &lt;ORIGIN_START&gt;(1,1)&lt;ORIGIN_END&gt; &lt;TARGET_START&gt;(5,5)&lt;TARGET_END&gt; 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47BC646-A8DE-B4DB-3CBC-B97C580AF9B0}"/>
                    </a:ext>
                  </a:extLst>
                </p:cNvPr>
                <p:cNvSpPr txBox="1"/>
                <p:nvPr/>
              </p:nvSpPr>
              <p:spPr>
                <a:xfrm>
                  <a:off x="11852708" y="28967"/>
                  <a:ext cx="4523544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Adjacency list text – Both maze styles</a:t>
                  </a:r>
                  <a:endParaRPr lang="nl-NL" b="1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236268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EB11A-3BDF-87C1-589D-7F7C28129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01C020-810B-CB24-2B76-3B14C0FCC3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41878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1069</Words>
  <Application>Microsoft Office PowerPoint</Application>
  <PresentationFormat>Widescreen</PresentationFormat>
  <Paragraphs>239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Valérie van Noesel</dc:creator>
  <cp:lastModifiedBy>Valérie van Noesel</cp:lastModifiedBy>
  <cp:revision>1</cp:revision>
  <dcterms:created xsi:type="dcterms:W3CDTF">2025-12-11T16:10:58Z</dcterms:created>
  <dcterms:modified xsi:type="dcterms:W3CDTF">2025-12-11T17:04:22Z</dcterms:modified>
</cp:coreProperties>
</file>